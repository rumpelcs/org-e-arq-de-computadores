
<file path=[Content_Types].xml><?xml version="1.0" encoding="utf-8"?>
<Types xmlns="http://schemas.openxmlformats.org/package/2006/content-types"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74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tema, a disciplina e 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min. Definir ADC e as três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 min. Situar o pipeline entre as arquiteturas.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1,5 min. Ponto central: entrada analógica, saída digital, bits resolvidos estágio a estágio.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1,5 min. Latência versus vazão.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Cerca de 2 min. Percorrer a tabela linha 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tema, a disciplina e o professor.Encerramento: agradecer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como Conversor A/D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Alessandro Mainardi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 err="1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600" dirty="0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Gabriel Rumpel, Luciano Echeverria e </a:t>
            </a:r>
            <a:r>
              <a:rPr lang="en-US" sz="1600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Argent</a:t>
            </a:r>
            <a:endParaRPr lang="en-US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4137D4-59FD-DA21-16F4-17C37931F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602" y="1183371"/>
            <a:ext cx="2776758" cy="27767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conversor A/D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mundo real é analógico: som, temperatura, luz e tensão variam continuamente. Circuitos digitais só entendem números.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ADC faz a ponte em três etapas: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Amostragem: </a:t>
            </a: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o sinal em instantes regulares.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Quantização: </a:t>
            </a: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 cada medida por um de 2^N níveis.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Codificação: </a:t>
            </a: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nível como palavra binária de N bits.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4A6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Resolução: LSB = Vref / 2^N. Mais bits, menor erro.</a:t>
            </a:r>
            <a:endParaRPr lang="en-US" sz="15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5DB825-A634-C779-975C-A1E42ADA3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392555"/>
            <a:ext cx="3275542" cy="2358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898635" y="420660"/>
            <a:ext cx="7346729" cy="835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b="1">
                <a:latin typeface="+mj-lt"/>
                <a:ea typeface="+mj-ea"/>
                <a:cs typeface="+mj-cs"/>
              </a:rPr>
              <a:t>Arquiteturas de ADC</a:t>
            </a:r>
            <a:endParaRPr lang="en-US" sz="3900"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98635" y="1379696"/>
            <a:ext cx="7346729" cy="707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200" i="1"/>
              <a:t>O pipeline fica no meio-termo: quase a velocidade do flash, com muito menos hardware.</a:t>
            </a:r>
            <a:endParaRPr lang="en-US" sz="220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7CCBC15-17DD-E454-5C2C-7397FAB6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25" y="2249204"/>
            <a:ext cx="4371196" cy="2447869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28002"/>
              </p:ext>
            </p:extLst>
          </p:nvPr>
        </p:nvGraphicFramePr>
        <p:xfrm>
          <a:off x="4636878" y="2434067"/>
          <a:ext cx="4371197" cy="2078149"/>
        </p:xfrm>
        <a:graphic>
          <a:graphicData uri="http://schemas.openxmlformats.org/drawingml/2006/table">
            <a:tbl>
              <a:tblPr firstRow="1" bandRow="1"/>
              <a:tblGrid>
                <a:gridCol w="789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Resolução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Altíssima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(6-8 bits)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2^N - 1 comparadores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Média-alta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binária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9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Sigma-delta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Sobreamostragem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9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Média-alta (8-16 bits)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Estágios em série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0354" marR="90354" marT="45177" marB="45177"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pipeline é um conversor A/D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recebe uma </a:t>
            </a: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analógica</a:t>
            </a: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entrega uma </a:t>
            </a:r>
            <a:r>
              <a:rPr lang="en-US" sz="15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digital de N bits</a:t>
            </a:r>
            <a:r>
              <a:rPr lang="en-US" sz="15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a definição de ADC; o pipeline só muda como chega lá: cada estágio resolve poucos bits e passa o que sobrou adiante.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202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9202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2918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6634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0350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2103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06640" y="210312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D98A00"/>
          </a:solidFill>
          <a:ln w="12700">
            <a:solidFill>
              <a:srgbClr val="D98A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4066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digital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926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estágio tem sub-ADC, sub-DAC, subtrator e amplificador.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resíduo (entrada menos o já convertido) é amplificado e vai ao próximo estágio.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bits saem do MSB ao LSB.</a:t>
            </a:r>
            <a:endParaRPr lang="en-US" sz="14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ADB7FED-2790-60BC-4249-195AE66D2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88920"/>
            <a:ext cx="3261360" cy="19364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uma tarefa em etapas independentes que trabalham ao mesmo tempo em dados diferentes, como uma linha de montagem.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Registradores (ou sample-and-hold) seguram o dado entre as etapas.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clock depende só da etapa mais lenta, não da tarefa inteira.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ADC: enquanto o estágio 2 trata a amostra k, o estágio 1 já converte a amostra k+1.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ciclos de clock até o primeiro resultado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063240" y="365760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20040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Vazão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resultado por ciclo depois disso</a:t>
            </a:r>
            <a:endParaRPr lang="en-US" sz="1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BF898C9-5A41-48FC-6E4A-CC14D6286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25880"/>
            <a:ext cx="3565109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prático: ADC pipeline de 4 bits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por estágio, Vref = 1 V, entrada </a:t>
            </a:r>
            <a:r>
              <a:rPr lang="en-US" sz="14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= 0,6 V</a:t>
            </a:r>
            <a:r>
              <a:rPr lang="en-US" sz="14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Bit = 1 se V ≥ 0,5 V; resíduo = 2·V − bit·Vref.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38912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Resíduo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F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0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B3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(0,0375 V) é menor que 1 LSB (0,0625 V).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6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real: câmeras, vídeo, ultrassom e rádios, com dezenas a centenas de MSPS.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37490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5440680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1001 = 9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9/16 = 0,5625 V</a:t>
            </a:r>
            <a:endParaRPr lang="en-US" sz="2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556D18-5ED5-1FF2-57AB-866BDD465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328" y="1504027"/>
            <a:ext cx="3816223" cy="2135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como Conversor A/D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Alessandro Mainardi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600" dirty="0" err="1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600" dirty="0">
                <a:solidFill>
                  <a:srgbClr val="D5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Gabriel Rumpel, Luciano Echeverria e Vitor</a:t>
            </a:r>
            <a:endParaRPr lang="en-US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DB98296-4A05-98D5-8234-9BCDC3A46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26" y="1244293"/>
            <a:ext cx="2814934" cy="2814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600</Words>
  <Application>Microsoft Office PowerPoint</Application>
  <PresentationFormat>Apresentação na tela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como Conversor A/D</dc:title>
  <dc:subject>PptxGenJS Presentation</dc:subject>
  <dc:creator>PptxGenJS</dc:creator>
  <cp:lastModifiedBy>Gabriel Viero Rumpel</cp:lastModifiedBy>
  <cp:revision>3</cp:revision>
  <dcterms:created xsi:type="dcterms:W3CDTF">2026-09-30T10:33:20Z</dcterms:created>
  <dcterms:modified xsi:type="dcterms:W3CDTF">2026-10-05T10:53:07Z</dcterms:modified>
</cp:coreProperties>
</file>