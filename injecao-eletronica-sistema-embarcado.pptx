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88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C81D4E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2958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-2286000"/>
            <a:ext cx="4572000" cy="457200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Injeção eletrônica e sistemas embarcados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5440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Arquitetura de Computadores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Mainardi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Rumpel e José Veronez</a:t>
            </a:r>
            <a:endParaRPr lang="en-US" sz="13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B040D81-7A82-E244-F48A-416177498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234" y="2974652"/>
            <a:ext cx="5175339" cy="1888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971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sistema embarcado?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8363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hardware e software dedicados a executar uma função específica, geralmente embutido dentro de um equipamento maior — diferente de um computador de uso geral, que roda vários programas para várias finalidades.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25203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94944" y="1605013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para uma única tarefa, feita muito bem.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518385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443984" y="1609825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dentro de prazos rígidos, sem atrasos.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0144" y="1525203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156448" y="1616643"/>
            <a:ext cx="3273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limitados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Processador, memória e energia sob medida.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53503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do dia a dia: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" y="2986440"/>
            <a:ext cx="1229868" cy="365760"/>
          </a:xfrm>
          <a:prstGeom prst="roundRect">
            <a:avLst>
              <a:gd name="adj" fmla="val 50000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57784" y="2986440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Micro-ondas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33956" y="2986440"/>
            <a:ext cx="1229868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1933956" y="2986440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Marca-passo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29864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310128" y="29864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Freios ABS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9432" y="2986440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599432" y="298644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1868" y="2986440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801868" y="298644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Wi-Fi</a:t>
            </a:r>
            <a:endParaRPr lang="en-US" sz="11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733618A-BF56-D5D3-65FD-13391526B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3471515"/>
            <a:ext cx="2400390" cy="308930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57480AE-F8FE-9A8F-C7DB-11CFAD904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448" y="3715741"/>
            <a:ext cx="3898232" cy="260085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74B2CA1A-C687-F827-B4D8-5327AAF70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303" y="3528460"/>
            <a:ext cx="2962577" cy="2962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3880" y="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C4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embarcados no automóvel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388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carro moderno é uma rede de dezenas de sistemas embarcados conversando entre si — cada um dedicado a uma função — conectados por um barramento interno, o CAN (Controller Area Network).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3880" y="14904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10184" y="15819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 motor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a injeção e a ignição.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14904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504944" y="15819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 trocas de marcha automatizadas.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3400" y="14904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99704" y="15819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Airbag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colisão e aciona em milissegundos.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3880" y="267919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10184" y="277063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/ ESC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travamento e derrapagem das rodas.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8640" y="267919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504944" y="277063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digital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dados do veículo em tempo real.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3400" y="267919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99704" y="277063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Infotainment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Multimídia, navegação e conectividade.</a:t>
            </a:r>
            <a:endParaRPr lang="en-US" sz="1300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3D98387C-3A9E-CEF9-BE3B-9B53D4888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4073931"/>
            <a:ext cx="4632850" cy="2180165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53AB6CD-9FB9-995A-8083-EC70B829E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888" y="3799197"/>
            <a:ext cx="4101105" cy="2729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injeção eletrônica é um sistema embarcado?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758952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94944" y="85039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RPM, MAP, TPS, O2, temperatura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75895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D4E"/>
                </a:solidFill>
              </a:rPr>
              <a:t>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758952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261104" y="85039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e calcula injeção/ignição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758952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D4E"/>
                </a:solidFill>
              </a:rPr>
              <a:t>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0" y="758952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827264" y="85039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Atuadores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bicos injetores, bobinas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64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C4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 fechada: </a:t>
            </a:r>
            <a:r>
              <a:rPr lang="en-US" sz="13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sonda lambda informa o resultado da queima e a ECU ajusta a próxima injeção — controle em tempo real, típico de sistema embarcado.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59152"/>
            <a:ext cx="1056132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48640" y="235915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51076" y="2359152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1751076" y="2359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Multiponto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40380" y="2359152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3040380" y="2359152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direta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5351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94944" y="3044952"/>
            <a:ext cx="5102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ciclos por segundo, cruzando sensores com mapas gravados em memória para decidir combustível e centelha.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95351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364224" y="3044952"/>
            <a:ext cx="5102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ar/combustível ideal em qualquer condição — otimizando potência, consumo e emissões.</a:t>
            </a:r>
            <a:endParaRPr lang="en-US" sz="1300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3C10DEF-3D18-4CD2-04CE-EA8F85DF8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028" y="4462271"/>
            <a:ext cx="2691464" cy="228189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2450F15B-9C03-8622-0C83-EDE9D863D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732" y="4462272"/>
            <a:ext cx="2549063" cy="2281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93685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C4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pouco de história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61197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carburador mecânico à eletrônica embarcada que conhecemos hoje.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55557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76656" y="1465285"/>
            <a:ext cx="1828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anos 80
</a:t>
            </a:r>
            <a:r>
              <a:rPr lang="en-US" sz="105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Carburador: mistura ar/combustível 100% mecânica, imprecisa.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61488" y="1355557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889504" y="1465285"/>
            <a:ext cx="1828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1970-1980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emissão e eficiência pressionam por controle eletrônico.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74336" y="1355557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102352" y="1465285"/>
            <a:ext cx="1828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1980-1990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eletrônica se populariza, com sensores e ECU dedicada.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87184" y="1355557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315200" y="1465285"/>
            <a:ext cx="1828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1990-2000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autodiagnóstico (OBD) monitoram falhas em tempo real.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0032" y="1355557"/>
            <a:ext cx="2084832" cy="1737360"/>
          </a:xfrm>
          <a:prstGeom prst="roundRect">
            <a:avLst>
              <a:gd name="adj" fmla="val 4211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528048" y="1465285"/>
            <a:ext cx="1828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100% dos veículos novos usam injeção eletrônica.</a:t>
            </a:r>
            <a:endParaRPr lang="en-US" sz="12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D8B75B38-52C6-74F7-AF3C-0B31E363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88" y="3275797"/>
            <a:ext cx="3224142" cy="3224142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F61FADF-CA94-6374-7A59-1DBB24A22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610" y="3462126"/>
            <a:ext cx="4533860" cy="285148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ACBA185-E085-9879-370F-C4BAED105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666" y="3147078"/>
            <a:ext cx="3481579" cy="34815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240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FuelTech: como começaram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81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brasileira</a:t>
            </a: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fundada com foco em </a:t>
            </a:r>
            <a:r>
              <a:rPr lang="en-US" sz="1400" b="1" dirty="0">
                <a:solidFill>
                  <a:srgbClr val="C81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automotiva e motorsport</a:t>
            </a: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preparação de motores para competição.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09828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produtos: módulos de injeção standalone, independentes, sem tela, substituindo a eletrônica de fábrica.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Permitiam controlar motores turbinados, com nitro ou etanol — fora do que a ECU original suportava.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feita conectando a central a um notebook, ajustando mapas manualmente.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inicial: preparadores e equipes de competição, não o consumidor comum.</a:t>
            </a:r>
            <a:endParaRPr lang="en-US" sz="1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8A67F6F-154B-A42A-D49D-E7D01F425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345" y="1643114"/>
            <a:ext cx="3126712" cy="156530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819A27C-7D6E-E58B-91DD-575C7A19C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95" y="3107193"/>
            <a:ext cx="5545305" cy="28190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016ED0E-FDA1-703A-A198-6530402E7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485814" y="2858672"/>
            <a:ext cx="3050369" cy="39075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39496" y="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FuelTech: como estão hoje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9496" y="6675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atuais como FT450, FT550 e FT600 evoluíram muito frente aos primeiros módulos: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" y="121615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30759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integrado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colorida com dados em tempo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4256" y="121615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480560" y="130759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Wideband embutida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de O2 sem módulo externo.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9016" y="121615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75320" y="130759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 nitro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avançado de turbo e nitro.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" y="24048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685800" y="24963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automatizado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Trocas de marcha controladas pela central.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4256" y="24048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480560" y="24963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configuração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finos direto do celular.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9016" y="2404872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275320" y="2496312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Datalogger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completo do comportamento do motor.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" y="36850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35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empresa tem presença internacional em competições, mantendo o princípio de uma central de injeção como sistema embarcado dedicado e de alta performance.</a:t>
            </a:r>
            <a:endParaRPr lang="en-US" sz="13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CCA23383-9A18-FF47-094B-F3D948046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752" y="4158434"/>
            <a:ext cx="2539144" cy="253914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B3A7256E-B7AF-F7FF-F6C4-75DD429E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158434"/>
            <a:ext cx="2618874" cy="2618874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AA9AA56-F2AC-B268-D8E9-05CC4089E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826" y="4005071"/>
            <a:ext cx="3904005" cy="2789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9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81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29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94944" y="1508760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embarcado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 dedicados a uma função específica, em tempo real, com recursos limitados.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5973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94944" y="2551176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 moderno
</a:t>
            </a:r>
            <a:r>
              <a:rPr lang="en-US" sz="1100" dirty="0">
                <a:solidFill>
                  <a:srgbClr val="2A1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sistemas embarcados conectados por barramentos como o CAN.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C81D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94944" y="3593592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 de injeção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→ processamento → atuadores, em malha fechada.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445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3C4B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94944" y="4636008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Eletrônica embarcada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substituiu o carburador por precisão, eficiência e menor emissão.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58698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94944" y="5678424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FuelTech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evoluiu de módulos simples de competição para centrais completas, com tela, wideband, câmbio e app.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2958F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C81D4E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-2286000"/>
            <a:ext cx="4572000" cy="457200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26948" y="70866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5440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Arquitetura de Computadores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Alessandro Mainardi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Alunos: </a:t>
            </a:r>
            <a:r>
              <a:rPr lang="en-US" sz="1300" dirty="0">
                <a:solidFill>
                  <a:srgbClr val="CA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Rumpel e José Veronez</a:t>
            </a:r>
            <a:endParaRPr lang="en-US" sz="13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023FC21-1940-2790-FA5D-DB4D86E44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32481"/>
            <a:ext cx="4635146" cy="350532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1B016CB-8889-A9A3-5327-741B1FCC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832481"/>
            <a:ext cx="4635146" cy="3476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713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Gabriel Viero Rumpel</cp:lastModifiedBy>
  <cp:revision>2</cp:revision>
  <dcterms:created xsi:type="dcterms:W3CDTF">2026-09-23T11:10:13Z</dcterms:created>
  <dcterms:modified xsi:type="dcterms:W3CDTF">2026-09-23T12:09:58Z</dcterms:modified>
</cp:coreProperties>
</file>